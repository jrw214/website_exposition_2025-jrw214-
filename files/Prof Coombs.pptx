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71CE4-5ACC-0A00-9D75-FD5D6A8EF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F016E7-87E7-C489-C7B1-1C10B6625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8C109-132F-B112-44EB-12215BE42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9EDEA-C8E3-45A0-A466-87BA1C43A3DE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392B3-D662-D040-E072-CED74FFC3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B7F89-F071-8142-A19B-C350D8531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4F872-8C5C-471A-BD51-817525E670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0927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B9D95-97A8-492F-1BDE-71F1DED68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05D13-2F73-25A2-5075-69CD7F5A8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CB0A0-B592-95BF-2E2D-3AE574A88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9EDEA-C8E3-45A0-A466-87BA1C43A3DE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AF79D-F24C-AAC7-B006-BBF6B5719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1E62B-9669-A8E2-BB2E-48FAC5FE6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4F872-8C5C-471A-BD51-817525E670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0142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D4BFA-7116-B022-A57C-452B03F72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45330-D795-4BB9-1E3D-F0DDA586B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C4589-456B-D5DC-E807-C2E3A5082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9EDEA-C8E3-45A0-A466-87BA1C43A3DE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630D1-8A58-00B7-9A77-308315FFB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A520A-087B-DC90-4ADF-1F1975F2A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4F872-8C5C-471A-BD51-817525E670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5285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DB66B-276A-8EAD-0353-F29629DC2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B6F58-6497-7B76-5044-E7639A0363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90A2F1-AEE3-705B-AFBB-2FFAC5056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9E93E-21D4-6368-CFEB-85B303575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9EDEA-C8E3-45A0-A466-87BA1C43A3DE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00013-8B04-A798-AF7E-59EED9F3E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526FD-C876-BCDA-F3CF-7568EA09D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4F872-8C5C-471A-BD51-817525E670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022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AA76E-93E6-AC9C-42D6-9D8BA96F2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B6B010-DDA1-E09A-19C4-426C1CB5E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BA3264-6813-8DA3-BEF3-826ED79E6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28D1D4-7FC2-2874-E681-D45D4F65BD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46E6A8-B7B0-AC39-158E-FBA114FEEA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A926DE-DD2B-5F71-3659-4248AC2E2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9EDEA-C8E3-45A0-A466-87BA1C43A3DE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9101DB-E379-A8BF-9F8B-7A776FC25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542126-0A95-2F2C-9D1D-7E5017298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4F872-8C5C-471A-BD51-817525E670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365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0F472-48B9-A86D-C898-80D64CE91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C7825F-9DDD-76ED-82A3-9B9DF2FA2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9EDEA-C8E3-45A0-A466-87BA1C43A3DE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B3254-B555-BD7A-5EEB-44592BBCB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23FB4B-A7F5-9D18-05AD-1640BFEFD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4F872-8C5C-471A-BD51-817525E670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500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804F27-092A-CCCD-3041-F94ACAA0C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9EDEA-C8E3-45A0-A466-87BA1C43A3DE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76A1A4-45C2-29DD-4918-731AFF435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97981-C5A4-4830-848A-A81C13353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4F872-8C5C-471A-BD51-817525E670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8959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12464-7D63-01C9-1CCF-430E58B83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288E4-B074-793E-3C4D-103752A2B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EBAC07-1364-47E3-6F08-BBA11006B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99BAF-5407-C862-2304-1C49FA751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9EDEA-C8E3-45A0-A466-87BA1C43A3DE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BDF6C6-BAC9-7D01-3537-625BBBC23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B20E8-52F4-0CB5-B8D6-98247F5A6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4F872-8C5C-471A-BD51-817525E670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7234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FF504-C8EB-D8B2-E8A1-E15F20748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B8DA02-E79B-23AA-A888-18C041B820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C70D4A-A448-8742-7C7E-479E0A008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8AA3A-B681-2D5B-3704-092D10F0F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9EDEA-C8E3-45A0-A466-87BA1C43A3DE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7DEA3-1101-BF2F-BAC0-63B994B76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96C5D0-CE08-CBC4-2AB2-BBCC05544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4F872-8C5C-471A-BD51-817525E670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2951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68D16-6FA8-B066-0195-CF8AAF76E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8CC955-B8E6-2016-E8FE-171F5680F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BFE82-CEE4-DA29-F05A-5AB7F3B95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9EDEA-C8E3-45A0-A466-87BA1C43A3DE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3C8ED-FAA2-F3F2-2846-4E3FED0ED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58651-5AC3-C8CF-5D2C-984E69EAA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4F872-8C5C-471A-BD51-817525E670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8862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19D0A-E7B4-5C42-AB18-AA66A61DEE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A30FF3-840E-E2FF-1DFC-E487B43AA5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1487A-352D-6E81-6577-47955C4FF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9EDEA-C8E3-45A0-A466-87BA1C43A3DE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8FBB9-6925-EF27-D85D-4675A9C9D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5DDF-C693-A0CF-8487-E40D5F91F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4F872-8C5C-471A-BD51-817525E670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2971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4227B7-B700-AA63-8831-C9F4AE369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96417-E7F2-522C-9054-AE6558863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1F174-D92F-7108-911D-5657DAB5D3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C9EDEA-C8E3-45A0-A466-87BA1C43A3DE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9657F-5B7C-2E48-3EC4-5E97EED4FC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812A6-F761-9051-18CA-9558D2E5DE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54F872-8C5C-471A-BD51-817525E670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73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search/car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r parked on the road&#10;&#10;AI-generated content may be incorrect.">
            <a:extLst>
              <a:ext uri="{FF2B5EF4-FFF2-40B4-BE49-F238E27FC236}">
                <a16:creationId xmlns:a16="http://schemas.microsoft.com/office/drawing/2014/main" id="{C24715E3-260C-1799-B700-42B459C1D2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268208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13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Walsh</dc:creator>
  <cp:lastModifiedBy>James Walsh</cp:lastModifiedBy>
  <cp:revision>1</cp:revision>
  <dcterms:created xsi:type="dcterms:W3CDTF">2025-11-09T19:51:46Z</dcterms:created>
  <dcterms:modified xsi:type="dcterms:W3CDTF">2025-11-09T19:52:23Z</dcterms:modified>
</cp:coreProperties>
</file>