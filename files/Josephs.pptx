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E29ED-224C-3796-8238-3CD789C19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AEE5B9-E21E-A3B4-0D31-7C498466B8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F9646-7501-EFA8-296E-731972C0B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A0BA5-5D5F-4635-8536-5CBE6B76E36B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D0BAF-1F6C-8A70-18EC-35D651CDD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9B7B47-6BF5-EAC5-E490-1FA4FCB63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DF46A7-FD6E-4AEA-8122-D36ACFA4D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71276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68CDC-2365-ED46-727D-65A0A6233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DC57EF-39AD-BDD5-816A-664C274068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86F3F4-6A22-EBA8-A237-19E1375FAC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A0BA5-5D5F-4635-8536-5CBE6B76E36B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BA9729-FCA3-D437-83D7-A9AA94439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146BD1-BD70-B65E-B139-337FF8A80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DF46A7-FD6E-4AEA-8122-D36ACFA4D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83038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7F2A0-EC59-03E2-1AF2-7DE86A242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C1C242-3DD1-3CA8-7A36-197F9B4BCB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A5EEC-F5DA-0D61-B89A-89177C7F3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A0BA5-5D5F-4635-8536-5CBE6B76E36B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07B00-7DFF-0C14-092A-AF23FEC8E6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DAD789-CAB9-E9B3-E259-00467873E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DF46A7-FD6E-4AEA-8122-D36ACFA4D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0346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453B6-E68E-5953-BB17-0F4F752E9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42E74-6329-865A-AEC8-9CBA32B4C5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0070E7-DA77-2002-C1AA-FC49EED1FA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17E419-226D-1A96-3CD9-EAEF3C9885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A0BA5-5D5F-4635-8536-5CBE6B76E36B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5B29A6-E008-C24E-FCED-5A3396034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EFFC04-39CF-9EDF-2848-0C40DF885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DF46A7-FD6E-4AEA-8122-D36ACFA4D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945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847D2-A1FF-50E7-11EB-F5537E2B13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3BF2A9-DE1B-AE94-E7D9-FBF0ACE09A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A64E4D-59D0-24E8-F55D-59FFB95FFE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9DA0B5F-FD8F-BC82-C99E-0B04E301C5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4136ABD-91E7-ECA4-3251-5016DF9E15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AAF3EC8-E476-F9F1-E86B-AB8B0D1E7E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A0BA5-5D5F-4635-8536-5CBE6B76E36B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E7126A-175A-96D2-AF83-0D7EDC781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138B26F-C6E1-1391-DD07-FD33F9982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DF46A7-FD6E-4AEA-8122-D36ACFA4D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1486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09F09-8100-6209-4E36-57C8E502A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831B0E-1725-6989-E804-D7AD6328E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A0BA5-5D5F-4635-8536-5CBE6B76E36B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A86B0A-63C3-E1F1-4B21-8F6278D754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48DB7C-D115-1E7D-136A-CC8272365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DF46A7-FD6E-4AEA-8122-D36ACFA4D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06784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A6011B-E1A3-C3ED-D604-176B1C152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A0BA5-5D5F-4635-8536-5CBE6B76E36B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219854-488D-A379-1436-1F18D7C43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E064F-2453-4BDF-EB39-606805C28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DF46A7-FD6E-4AEA-8122-D36ACFA4D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59158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28BD8-8AB0-16F5-247E-04C36ED6D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056E18-9955-AFDB-FB18-842F656221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EF52DB-0DF8-8B49-8A57-17226D4AE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6A8D-58D7-A265-0BAE-5D6C2A8369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A0BA5-5D5F-4635-8536-5CBE6B76E36B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7CA399-9693-F8EF-F9A6-C3C02B558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C1FB7E-012F-3875-6991-436ECBB97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DF46A7-FD6E-4AEA-8122-D36ACFA4D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74548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9A544-8C8A-2A95-3EEF-CB455A42B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DD21948-C19E-47E3-4DA3-62F011AA54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0BDE72-5B79-2AA2-7BD8-3666C2C0D9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825A6F-217E-5464-D953-AC9531E67C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A0BA5-5D5F-4635-8536-5CBE6B76E36B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317322-3A8F-0F39-5ED8-704855854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7A7A9C-C855-BB42-CE20-DDDEAFF67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DF46A7-FD6E-4AEA-8122-D36ACFA4D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0055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F9191-444B-A623-55C1-EE6078A84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F02E05-5948-CF7B-655C-5172A8B021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411B40-A98D-A7A3-E105-5BE91A7CA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A0BA5-5D5F-4635-8536-5CBE6B76E36B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2F5768-D647-26B1-E272-E12D0633A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8A87CB-FD1C-607B-271A-2390200F1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DF46A7-FD6E-4AEA-8122-D36ACFA4D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2025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F51DD96-7E67-7515-556C-2ECFC4DDDE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9DEDBA-E2A3-81F2-0D69-76A1AD436E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592FC2-0B7F-1297-A35D-B04F22FBF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A0BA5-5D5F-4635-8536-5CBE6B76E36B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1FFF62-5383-B45A-EBA4-3B45688EB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FE5AF9-84CD-BFA5-C107-C5476FEAE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DF46A7-FD6E-4AEA-8122-D36ACFA4D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42940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E61004-072A-4CF5-7628-A2D735731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8C5E78-4B5D-E74C-D485-A387BA6937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3BF9F2-45E4-9524-6956-17BE693CE2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0A0BA5-5D5F-4635-8536-5CBE6B76E36B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7EA0EC-9260-1A25-5286-285F3FBE5C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9DD42-634C-C0C5-8D8B-A064F517A8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DF46A7-FD6E-4AEA-8122-D36ACFA4D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89042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D3424-DDC7-70E8-7105-CAA1A4475C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Joesphs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C32F9D-15EF-5B5C-1C34-CDA023864FF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17064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Joesphs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James Walsh</dc:creator>
  <cp:lastModifiedBy>James Walsh</cp:lastModifiedBy>
  <cp:revision>1</cp:revision>
  <dcterms:created xsi:type="dcterms:W3CDTF">2025-11-09T19:51:36Z</dcterms:created>
  <dcterms:modified xsi:type="dcterms:W3CDTF">2025-11-09T19:51:43Z</dcterms:modified>
</cp:coreProperties>
</file>