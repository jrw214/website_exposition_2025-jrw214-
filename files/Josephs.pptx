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5" d="100"/>
          <a:sy n="105" d="100"/>
        </p:scale>
        <p:origin x="79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CE29ED-224C-3796-8238-3CD789C19A7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8AEE5B9-E21E-A3B4-0D31-7C498466B82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5AF9646-7501-EFA8-296E-731972C0B2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0A0BA5-5D5F-4635-8536-5CBE6B76E36B}" type="datetimeFigureOut">
              <a:rPr lang="en-GB" smtClean="0"/>
              <a:t>09/11/2025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A1D0BAF-1F6C-8A70-18EC-35D651CDD5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89B7B47-6BF5-EAC5-E490-1FA4FCB636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DF46A7-FD6E-4AEA-8122-D36ACFA4DCA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8712760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068CDC-2365-ED46-727D-65A0A6233B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1DC57EF-39AD-BDD5-816A-664C274068A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586F3F4-6A22-EBA8-A237-19E1375FAC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0A0BA5-5D5F-4635-8536-5CBE6B76E36B}" type="datetimeFigureOut">
              <a:rPr lang="en-GB" smtClean="0"/>
              <a:t>09/11/2025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3BA9729-FCA3-D437-83D7-A9AA944398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0146BD1-BD70-B65E-B139-337FF8A803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DF46A7-FD6E-4AEA-8122-D36ACFA4DCA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9830383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67F2A0-EC59-03E2-1AF2-7DE86A242A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3C1C242-3DD1-3CA8-7A36-197F9B4BCBD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C8A5EEC-F5DA-0D61-B89A-89177C7F37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0A0BA5-5D5F-4635-8536-5CBE6B76E36B}" type="datetimeFigureOut">
              <a:rPr lang="en-GB" smtClean="0"/>
              <a:t>09/11/2025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9507B00-7DFF-0C14-092A-AF23FEC8E6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EDAD789-CAB9-E9B3-E259-00467873E9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DF46A7-FD6E-4AEA-8122-D36ACFA4DCA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4034620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6453B6-E68E-5953-BB17-0F4F752E93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5E42E74-6329-865A-AEC8-9CBA32B4C53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C0070E7-DA77-2002-C1AA-FC49EED1FA0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917E419-226D-1A96-3CD9-EAEF3C9885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0A0BA5-5D5F-4635-8536-5CBE6B76E36B}" type="datetimeFigureOut">
              <a:rPr lang="en-GB" smtClean="0"/>
              <a:t>09/11/2025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35B29A6-E008-C24E-FCED-5A33960346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3EFFC04-39CF-9EDF-2848-0C40DF8854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DF46A7-FD6E-4AEA-8122-D36ACFA4DCA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3694581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D847D2-A1FF-50E7-11EB-F5537E2B13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E3BF2A9-DE1B-AE94-E7D9-FBF0ACE09AF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AA64E4D-59D0-24E8-F55D-59FFB95FFEE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9DA0B5F-FD8F-BC82-C99E-0B04E301C54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4136ABD-91E7-ECA4-3251-5016DF9E15D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AAF3EC8-E476-F9F1-E86B-AB8B0D1E7E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0A0BA5-5D5F-4635-8536-5CBE6B76E36B}" type="datetimeFigureOut">
              <a:rPr lang="en-GB" smtClean="0"/>
              <a:t>09/11/2025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8E7126A-175A-96D2-AF83-0D7EDC781A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138B26F-C6E1-1391-DD07-FD33F99825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DF46A7-FD6E-4AEA-8122-D36ACFA4DCA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314869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709F09-8100-6209-4E36-57C8E502AC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0831B0E-1725-6989-E804-D7AD6328E5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0A0BA5-5D5F-4635-8536-5CBE6B76E36B}" type="datetimeFigureOut">
              <a:rPr lang="en-GB" smtClean="0"/>
              <a:t>09/11/2025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BA86B0A-63C3-E1F1-4B21-8F6278D754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148DB7C-D115-1E7D-136A-CC82723652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DF46A7-FD6E-4AEA-8122-D36ACFA4DCA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5067840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DA6011B-E1A3-C3ED-D604-176B1C1523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0A0BA5-5D5F-4635-8536-5CBE6B76E36B}" type="datetimeFigureOut">
              <a:rPr lang="en-GB" smtClean="0"/>
              <a:t>09/11/2025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0219854-488D-A379-1436-1F18D7C439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F5E064F-2453-4BDF-EB39-606805C28C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DF46A7-FD6E-4AEA-8122-D36ACFA4DCA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2591587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428BD8-8AB0-16F5-247E-04C36ED6D7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B056E18-9955-AFDB-FB18-842F6562219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DEF52DB-0DF8-8B49-8A57-17226D4AEE9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6CF6A8D-58D7-A265-0BAE-5D6C2A8369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0A0BA5-5D5F-4635-8536-5CBE6B76E36B}" type="datetimeFigureOut">
              <a:rPr lang="en-GB" smtClean="0"/>
              <a:t>09/11/2025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D7CA399-9693-F8EF-F9A6-C3C02B5582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5C1FB7E-012F-3875-6991-436ECBB97D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DF46A7-FD6E-4AEA-8122-D36ACFA4DCA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0745485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19A544-8C8A-2A95-3EEF-CB455A42B6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DD21948-C19E-47E3-4DA3-62F011AA545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40BDE72-5B79-2AA2-7BD8-3666C2C0D97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D825A6F-217E-5464-D953-AC9531E67C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0A0BA5-5D5F-4635-8536-5CBE6B76E36B}" type="datetimeFigureOut">
              <a:rPr lang="en-GB" smtClean="0"/>
              <a:t>09/11/2025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E317322-3A8F-0F39-5ED8-7048558549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57A7A9C-C855-BB42-CE20-DDDEAFF677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DF46A7-FD6E-4AEA-8122-D36ACFA4DCA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9900552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3F9191-444B-A623-55C1-EE6078A84A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BF02E05-5948-CF7B-655C-5172A8B0217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6411B40-A98D-A7A3-E105-5BE91A7CA8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0A0BA5-5D5F-4635-8536-5CBE6B76E36B}" type="datetimeFigureOut">
              <a:rPr lang="en-GB" smtClean="0"/>
              <a:t>09/11/2025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2F5768-D647-26B1-E272-E12D0633A7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28A87CB-FD1C-607B-271A-2390200F1A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DF46A7-FD6E-4AEA-8122-D36ACFA4DCA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4202579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F51DD96-7E67-7515-556C-2ECFC4DDDE5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E9DEDBA-E2A3-81F2-0D69-76A1AD436E0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E592FC2-0B7F-1297-A35D-B04F22FBF8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0A0BA5-5D5F-4635-8536-5CBE6B76E36B}" type="datetimeFigureOut">
              <a:rPr lang="en-GB" smtClean="0"/>
              <a:t>09/11/2025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C1FFF62-5383-B45A-EBA4-3B45688EBD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5FE5AF9-84CD-BFA5-C107-C5476FEAEF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DF46A7-FD6E-4AEA-8122-D36ACFA4DCA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6429402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FE61004-072A-4CF5-7628-A2D7357316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C8C5E78-4B5D-E74C-D485-A387BA69377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E3BF9F2-45E4-9524-6956-17BE693CE2F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C0A0BA5-5D5F-4635-8536-5CBE6B76E36B}" type="datetimeFigureOut">
              <a:rPr lang="en-GB" smtClean="0"/>
              <a:t>09/11/2025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A7EA0EC-9260-1A25-5286-285F3FBE5CA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D59DD42-634C-C0C5-8D8B-A064F517A88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0DF46A7-FD6E-4AEA-8122-D36ACFA4DCA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0890426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1D3424-DDC7-70E8-7105-CAA1A4475CF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/>
              <a:t>Joesphs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1C32F9D-15EF-5B5C-1C34-CDA023864FFC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5170644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3AA371-149A-13F9-C867-823656F0EF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3C8CCE-9E3F-1344-E044-3D8AAB8117F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6479630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256628-2D67-627E-0A7F-5691CDACDA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DD95BDA-83B5-F48B-5364-9AEFAA8E669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Free-form: Shape 3">
            <a:extLst>
              <a:ext uri="{FF2B5EF4-FFF2-40B4-BE49-F238E27FC236}">
                <a16:creationId xmlns:a16="http://schemas.microsoft.com/office/drawing/2014/main" id="{E3725415-9A69-27E6-F6D1-4824971BA30E}"/>
              </a:ext>
            </a:extLst>
          </p:cNvPr>
          <p:cNvSpPr/>
          <p:nvPr/>
        </p:nvSpPr>
        <p:spPr>
          <a:xfrm>
            <a:off x="4840510" y="262822"/>
            <a:ext cx="3124821" cy="3102499"/>
          </a:xfrm>
          <a:custGeom>
            <a:avLst/>
            <a:gdLst>
              <a:gd name="connsiteX0" fmla="*/ 152114 w 3124821"/>
              <a:gd name="connsiteY0" fmla="*/ 532706 h 3102499"/>
              <a:gd name="connsiteX1" fmla="*/ 152114 w 3124821"/>
              <a:gd name="connsiteY1" fmla="*/ 532706 h 3102499"/>
              <a:gd name="connsiteX2" fmla="*/ 133826 w 3124821"/>
              <a:gd name="connsiteY2" fmla="*/ 2791274 h 3102499"/>
              <a:gd name="connsiteX3" fmla="*/ 334994 w 3124821"/>
              <a:gd name="connsiteY3" fmla="*/ 3019874 h 3102499"/>
              <a:gd name="connsiteX4" fmla="*/ 1039082 w 3124821"/>
              <a:gd name="connsiteY4" fmla="*/ 3102170 h 3102499"/>
              <a:gd name="connsiteX5" fmla="*/ 2575274 w 3124821"/>
              <a:gd name="connsiteY5" fmla="*/ 3074738 h 3102499"/>
              <a:gd name="connsiteX6" fmla="*/ 3105626 w 3124821"/>
              <a:gd name="connsiteY6" fmla="*/ 2946722 h 3102499"/>
              <a:gd name="connsiteX7" fmla="*/ 1642586 w 3124821"/>
              <a:gd name="connsiteY7" fmla="*/ 807026 h 3102499"/>
              <a:gd name="connsiteX8" fmla="*/ 417290 w 3124821"/>
              <a:gd name="connsiteY8" fmla="*/ 2354 h 3102499"/>
              <a:gd name="connsiteX9" fmla="*/ 270986 w 3124821"/>
              <a:gd name="connsiteY9" fmla="*/ 75506 h 3102499"/>
              <a:gd name="connsiteX10" fmla="*/ 152114 w 3124821"/>
              <a:gd name="connsiteY10" fmla="*/ 532706 h 31024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3124821" h="3102499">
                <a:moveTo>
                  <a:pt x="152114" y="532706"/>
                </a:moveTo>
                <a:lnTo>
                  <a:pt x="152114" y="532706"/>
                </a:lnTo>
                <a:cubicBezTo>
                  <a:pt x="-14511" y="1494004"/>
                  <a:pt x="-76587" y="1535172"/>
                  <a:pt x="133826" y="2791274"/>
                </a:cubicBezTo>
                <a:cubicBezTo>
                  <a:pt x="150595" y="2891383"/>
                  <a:pt x="241946" y="2979315"/>
                  <a:pt x="334994" y="3019874"/>
                </a:cubicBezTo>
                <a:cubicBezTo>
                  <a:pt x="547091" y="3112327"/>
                  <a:pt x="808641" y="3102170"/>
                  <a:pt x="1039082" y="3102170"/>
                </a:cubicBezTo>
                <a:lnTo>
                  <a:pt x="2575274" y="3074738"/>
                </a:lnTo>
                <a:cubicBezTo>
                  <a:pt x="2752058" y="3032066"/>
                  <a:pt x="3062248" y="3123334"/>
                  <a:pt x="3105626" y="2946722"/>
                </a:cubicBezTo>
                <a:cubicBezTo>
                  <a:pt x="3303217" y="2142246"/>
                  <a:pt x="1916591" y="1089462"/>
                  <a:pt x="1642586" y="807026"/>
                </a:cubicBezTo>
                <a:lnTo>
                  <a:pt x="417290" y="2354"/>
                </a:lnTo>
                <a:cubicBezTo>
                  <a:pt x="249692" y="12829"/>
                  <a:pt x="270986" y="-37365"/>
                  <a:pt x="270986" y="75506"/>
                </a:cubicBezTo>
                <a:lnTo>
                  <a:pt x="152114" y="532706"/>
                </a:lnTo>
                <a:close/>
              </a:path>
            </a:pathLst>
          </a:cu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0387856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638AAD-F02F-F020-F6D1-F5DA978E2D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C27D634-36FA-92FE-8163-D3D87E361E5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Arrow: Down 3">
            <a:extLst>
              <a:ext uri="{FF2B5EF4-FFF2-40B4-BE49-F238E27FC236}">
                <a16:creationId xmlns:a16="http://schemas.microsoft.com/office/drawing/2014/main" id="{56D5002C-7D5D-BDE0-A72E-A6EDE77EFBAA}"/>
              </a:ext>
            </a:extLst>
          </p:cNvPr>
          <p:cNvSpPr/>
          <p:nvPr/>
        </p:nvSpPr>
        <p:spPr>
          <a:xfrm>
            <a:off x="3877056" y="2962656"/>
            <a:ext cx="2971800" cy="292608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0269552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D577B2-35AC-2924-A08A-2D2B7886EC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C5D299E-D686-5701-912F-EFE749F19A1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41D150E5-2012-C830-E81D-F4EDCDDA5C1A}"/>
              </a:ext>
            </a:extLst>
          </p:cNvPr>
          <p:cNvSpPr/>
          <p:nvPr/>
        </p:nvSpPr>
        <p:spPr>
          <a:xfrm>
            <a:off x="5257800" y="502920"/>
            <a:ext cx="2176272" cy="2596896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8346417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</Words>
  <Application>Microsoft Office PowerPoint</Application>
  <PresentationFormat>Widescreen</PresentationFormat>
  <Paragraphs>1</Paragraphs>
  <Slides>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9" baseType="lpstr">
      <vt:lpstr>Aptos</vt:lpstr>
      <vt:lpstr>Aptos Display</vt:lpstr>
      <vt:lpstr>Arial</vt:lpstr>
      <vt:lpstr>Office Theme</vt:lpstr>
      <vt:lpstr>Joesphs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James Walsh</dc:creator>
  <cp:lastModifiedBy>James Walsh</cp:lastModifiedBy>
  <cp:revision>2</cp:revision>
  <dcterms:created xsi:type="dcterms:W3CDTF">2025-11-09T19:51:36Z</dcterms:created>
  <dcterms:modified xsi:type="dcterms:W3CDTF">2025-11-09T21:12:52Z</dcterms:modified>
</cp:coreProperties>
</file>