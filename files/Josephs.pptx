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29ED-224C-3796-8238-3CD789C19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EE5B9-E21E-A3B4-0D31-7C498466B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F9646-7501-EFA8-296E-731972C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D0BAF-1F6C-8A70-18EC-35D651CDD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B7B47-6BF5-EAC5-E490-1FA4FCB6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12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8CDC-2365-ED46-727D-65A0A623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C57EF-39AD-BDD5-816A-664C27406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6F3F4-6A22-EBA8-A237-19E1375FA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9729-FCA3-D437-83D7-A9AA9443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46BD1-BD70-B65E-B139-337FF8A8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30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F2A0-EC59-03E2-1AF2-7DE86A24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1C242-3DD1-3CA8-7A36-197F9B4BC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A5EEC-F5DA-0D61-B89A-89177C7F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07B00-7DFF-0C14-092A-AF23FEC8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AD789-CAB9-E9B3-E259-00467873E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34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53B6-E68E-5953-BB17-0F4F752E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42E74-6329-865A-AEC8-9CBA32B4C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070E7-DA77-2002-C1AA-FC49EED1F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7E419-226D-1A96-3CD9-EAEF3C98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B29A6-E008-C24E-FCED-5A339603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FFC04-39CF-9EDF-2848-0C40DF88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945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47D2-A1FF-50E7-11EB-F5537E2B1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BF2A9-DE1B-AE94-E7D9-FBF0ACE09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64E4D-59D0-24E8-F55D-59FFB95FF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A0B5F-FD8F-BC82-C99E-0B04E301C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36ABD-91E7-ECA4-3251-5016DF9E1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AF3EC8-E476-F9F1-E86B-AB8B0D1E7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E7126A-175A-96D2-AF83-0D7EDC78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38B26F-C6E1-1391-DD07-FD33F998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48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09F09-8100-6209-4E36-57C8E502A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31B0E-1725-6989-E804-D7AD6328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86B0A-63C3-E1F1-4B21-8F6278D7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8DB7C-D115-1E7D-136A-CC827236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67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A6011B-E1A3-C3ED-D604-176B1C15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19854-488D-A379-1436-1F18D7C4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064F-2453-4BDF-EB39-606805C2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91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8BD8-8AB0-16F5-247E-04C36ED6D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56E18-9955-AFDB-FB18-842F65622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F52DB-0DF8-8B49-8A57-17226D4AE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6A8D-58D7-A265-0BAE-5D6C2A83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A399-9693-F8EF-F9A6-C3C02B558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1FB7E-012F-3875-6991-436ECBB9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45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A544-8C8A-2A95-3EEF-CB455A42B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21948-C19E-47E3-4DA3-62F011AA5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BDE72-5B79-2AA2-7BD8-3666C2C0D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25A6F-217E-5464-D953-AC9531E67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17322-3A8F-0F39-5ED8-70485585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A7A9C-C855-BB42-CE20-DDDEAFF6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005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F9191-444B-A623-55C1-EE6078A8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02E05-5948-CF7B-655C-5172A8B02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11B40-A98D-A7A3-E105-5BE91A7C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768-D647-26B1-E272-E12D0633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A87CB-FD1C-607B-271A-2390200F1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02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1DD96-7E67-7515-556C-2ECFC4DDD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DEDBA-E2A3-81F2-0D69-76A1AD436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2FC2-0B7F-1297-A35D-B04F22FB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FFF62-5383-B45A-EBA4-3B45688E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E5AF9-84CD-BFA5-C107-C5476FEA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294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61004-072A-4CF5-7628-A2D73573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C5E78-4B5D-E74C-D485-A387BA693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BF9F2-45E4-9524-6956-17BE693CE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A0BA5-5D5F-4635-8536-5CBE6B76E36B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EA0EC-9260-1A25-5286-285F3FBE5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DD42-634C-C0C5-8D8B-A064F517A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F46A7-FD6E-4AEA-8122-D36ACFA4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90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3424-DDC7-70E8-7105-CAA1A4475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Joesphs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32F9D-15EF-5B5C-1C34-CDA023864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706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A371-149A-13F9-C867-823656F0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C8CCE-9E3F-1344-E044-3D8AAB811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79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6628-2D67-627E-0A7F-5691CDACD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5BDA-83B5-F48B-5364-9AEFAA8E6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E3725415-9A69-27E6-F6D1-4824971BA30E}"/>
              </a:ext>
            </a:extLst>
          </p:cNvPr>
          <p:cNvSpPr/>
          <p:nvPr/>
        </p:nvSpPr>
        <p:spPr>
          <a:xfrm>
            <a:off x="4840510" y="262822"/>
            <a:ext cx="3124821" cy="3102499"/>
          </a:xfrm>
          <a:custGeom>
            <a:avLst/>
            <a:gdLst>
              <a:gd name="connsiteX0" fmla="*/ 152114 w 3124821"/>
              <a:gd name="connsiteY0" fmla="*/ 532706 h 3102499"/>
              <a:gd name="connsiteX1" fmla="*/ 152114 w 3124821"/>
              <a:gd name="connsiteY1" fmla="*/ 532706 h 3102499"/>
              <a:gd name="connsiteX2" fmla="*/ 133826 w 3124821"/>
              <a:gd name="connsiteY2" fmla="*/ 2791274 h 3102499"/>
              <a:gd name="connsiteX3" fmla="*/ 334994 w 3124821"/>
              <a:gd name="connsiteY3" fmla="*/ 3019874 h 3102499"/>
              <a:gd name="connsiteX4" fmla="*/ 1039082 w 3124821"/>
              <a:gd name="connsiteY4" fmla="*/ 3102170 h 3102499"/>
              <a:gd name="connsiteX5" fmla="*/ 2575274 w 3124821"/>
              <a:gd name="connsiteY5" fmla="*/ 3074738 h 3102499"/>
              <a:gd name="connsiteX6" fmla="*/ 3105626 w 3124821"/>
              <a:gd name="connsiteY6" fmla="*/ 2946722 h 3102499"/>
              <a:gd name="connsiteX7" fmla="*/ 1642586 w 3124821"/>
              <a:gd name="connsiteY7" fmla="*/ 807026 h 3102499"/>
              <a:gd name="connsiteX8" fmla="*/ 417290 w 3124821"/>
              <a:gd name="connsiteY8" fmla="*/ 2354 h 3102499"/>
              <a:gd name="connsiteX9" fmla="*/ 270986 w 3124821"/>
              <a:gd name="connsiteY9" fmla="*/ 75506 h 3102499"/>
              <a:gd name="connsiteX10" fmla="*/ 152114 w 3124821"/>
              <a:gd name="connsiteY10" fmla="*/ 532706 h 310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24821" h="3102499">
                <a:moveTo>
                  <a:pt x="152114" y="532706"/>
                </a:moveTo>
                <a:lnTo>
                  <a:pt x="152114" y="532706"/>
                </a:lnTo>
                <a:cubicBezTo>
                  <a:pt x="-14511" y="1494004"/>
                  <a:pt x="-76587" y="1535172"/>
                  <a:pt x="133826" y="2791274"/>
                </a:cubicBezTo>
                <a:cubicBezTo>
                  <a:pt x="150595" y="2891383"/>
                  <a:pt x="241946" y="2979315"/>
                  <a:pt x="334994" y="3019874"/>
                </a:cubicBezTo>
                <a:cubicBezTo>
                  <a:pt x="547091" y="3112327"/>
                  <a:pt x="808641" y="3102170"/>
                  <a:pt x="1039082" y="3102170"/>
                </a:cubicBezTo>
                <a:lnTo>
                  <a:pt x="2575274" y="3074738"/>
                </a:lnTo>
                <a:cubicBezTo>
                  <a:pt x="2752058" y="3032066"/>
                  <a:pt x="3062248" y="3123334"/>
                  <a:pt x="3105626" y="2946722"/>
                </a:cubicBezTo>
                <a:cubicBezTo>
                  <a:pt x="3303217" y="2142246"/>
                  <a:pt x="1916591" y="1089462"/>
                  <a:pt x="1642586" y="807026"/>
                </a:cubicBezTo>
                <a:lnTo>
                  <a:pt x="417290" y="2354"/>
                </a:lnTo>
                <a:cubicBezTo>
                  <a:pt x="249692" y="12829"/>
                  <a:pt x="270986" y="-37365"/>
                  <a:pt x="270986" y="75506"/>
                </a:cubicBezTo>
                <a:lnTo>
                  <a:pt x="152114" y="53270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87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8AAD-F02F-F020-F6D1-F5DA978E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D634-36FA-92FE-8163-D3D87E361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56D5002C-7D5D-BDE0-A72E-A6EDE77EFBAA}"/>
              </a:ext>
            </a:extLst>
          </p:cNvPr>
          <p:cNvSpPr/>
          <p:nvPr/>
        </p:nvSpPr>
        <p:spPr>
          <a:xfrm>
            <a:off x="3877056" y="2962656"/>
            <a:ext cx="2971800" cy="2926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695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77B2-35AC-2924-A08A-2D2B7886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D299E-D686-5701-912F-EFE749F19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D150E5-2012-C830-E81D-F4EDCDDA5C1A}"/>
              </a:ext>
            </a:extLst>
          </p:cNvPr>
          <p:cNvSpPr/>
          <p:nvPr/>
        </p:nvSpPr>
        <p:spPr>
          <a:xfrm>
            <a:off x="5257800" y="502920"/>
            <a:ext cx="2176272" cy="25968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464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Joesphs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Walsh</dc:creator>
  <cp:lastModifiedBy>James Walsh</cp:lastModifiedBy>
  <cp:revision>2</cp:revision>
  <dcterms:created xsi:type="dcterms:W3CDTF">2025-11-09T19:51:36Z</dcterms:created>
  <dcterms:modified xsi:type="dcterms:W3CDTF">2025-11-09T21:10:20Z</dcterms:modified>
</cp:coreProperties>
</file>