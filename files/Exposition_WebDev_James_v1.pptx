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2" r:id="rId2"/>
    <p:sldId id="259" r:id="rId3"/>
    <p:sldId id="263" r:id="rId4"/>
    <p:sldId id="264" r:id="rId5"/>
    <p:sldId id="269" r:id="rId6"/>
    <p:sldId id="267" r:id="rId7"/>
    <p:sldId id="260" r:id="rId8"/>
    <p:sldId id="265" r:id="rId9"/>
    <p:sldId id="266" r:id="rId10"/>
    <p:sldId id="268" r:id="rId11"/>
    <p:sldId id="26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230" autoAdjust="0"/>
  </p:normalViewPr>
  <p:slideViewPr>
    <p:cSldViewPr snapToGrid="0">
      <p:cViewPr varScale="1">
        <p:scale>
          <a:sx n="94" d="100"/>
          <a:sy n="94" d="100"/>
        </p:scale>
        <p:origin x="1230" y="9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AABBC-56DD-4B88-B4E3-B3ACA9437C8B}" type="datetimeFigureOut">
              <a:rPr lang="en-GB" smtClean="0"/>
              <a:t>11/11/2025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180D4-9124-4F84-8579-0419FB5EFED4}" type="slidenum">
              <a:rPr lang="en-GB" smtClean="0"/>
              <a:t>‹#›</a:t>
            </a:fld>
            <a:endParaRPr lang="en-GB"/>
          </a:p>
        </p:txBody>
      </p:sp>
    </p:spTree>
    <p:extLst>
      <p:ext uri="{BB962C8B-B14F-4D97-AF65-F5344CB8AC3E}">
        <p14:creationId xmlns:p14="http://schemas.microsoft.com/office/powerpoint/2010/main" val="910487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Semantic HTML5 structure means you use clear labelling throughout the website so its clear where everything is. It is also important for people using screen readers as it helps them understand layout better.</a:t>
            </a:r>
          </a:p>
          <a:p>
            <a:r>
              <a:rPr lang="en-GB" dirty="0"/>
              <a:t>My initial file design was built up locally on my computer as was my code. I then pushed all my work to </a:t>
            </a:r>
            <a:r>
              <a:rPr lang="en-GB" dirty="0" err="1"/>
              <a:t>github</a:t>
            </a:r>
            <a:r>
              <a:rPr lang="en-GB" dirty="0"/>
              <a:t> where it is saved and recorded different versions throughout my time coding it which meant I could backtrack if needed.</a:t>
            </a:r>
          </a:p>
          <a:p>
            <a:r>
              <a:rPr lang="en-GB" dirty="0"/>
              <a:t>I then utilised </a:t>
            </a:r>
            <a:r>
              <a:rPr lang="en-GB" dirty="0" err="1"/>
              <a:t>Github</a:t>
            </a:r>
            <a:r>
              <a:rPr lang="en-GB" dirty="0"/>
              <a:t> pages which hosted my website once it was built (for free) Static website means there is no processing and no data base everyone sees the same thing. The archive system I built is not a database but a static repository/file system</a:t>
            </a:r>
          </a:p>
          <a:p>
            <a:endParaRPr lang="en-GB" dirty="0"/>
          </a:p>
        </p:txBody>
      </p:sp>
      <p:sp>
        <p:nvSpPr>
          <p:cNvPr id="4" name="Slide Number Placeholder 3"/>
          <p:cNvSpPr>
            <a:spLocks noGrp="1"/>
          </p:cNvSpPr>
          <p:nvPr>
            <p:ph type="sldNum" sz="quarter" idx="5"/>
          </p:nvPr>
        </p:nvSpPr>
        <p:spPr/>
        <p:txBody>
          <a:bodyPr/>
          <a:lstStyle/>
          <a:p>
            <a:fld id="{F98180D4-9124-4F84-8579-0419FB5EFED4}" type="slidenum">
              <a:rPr lang="en-GB" smtClean="0"/>
              <a:t>4</a:t>
            </a:fld>
            <a:endParaRPr lang="en-GB"/>
          </a:p>
        </p:txBody>
      </p:sp>
    </p:spTree>
    <p:extLst>
      <p:ext uri="{BB962C8B-B14F-4D97-AF65-F5344CB8AC3E}">
        <p14:creationId xmlns:p14="http://schemas.microsoft.com/office/powerpoint/2010/main" val="1069299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most important part of the code</a:t>
            </a:r>
          </a:p>
        </p:txBody>
      </p:sp>
      <p:sp>
        <p:nvSpPr>
          <p:cNvPr id="4" name="Slide Number Placeholder 3"/>
          <p:cNvSpPr>
            <a:spLocks noGrp="1"/>
          </p:cNvSpPr>
          <p:nvPr>
            <p:ph type="sldNum" sz="quarter" idx="5"/>
          </p:nvPr>
        </p:nvSpPr>
        <p:spPr/>
        <p:txBody>
          <a:bodyPr/>
          <a:lstStyle/>
          <a:p>
            <a:fld id="{F98180D4-9124-4F84-8579-0419FB5EFED4}" type="slidenum">
              <a:rPr lang="en-GB" smtClean="0"/>
              <a:t>6</a:t>
            </a:fld>
            <a:endParaRPr lang="en-GB"/>
          </a:p>
        </p:txBody>
      </p:sp>
    </p:spTree>
    <p:extLst>
      <p:ext uri="{BB962C8B-B14F-4D97-AF65-F5344CB8AC3E}">
        <p14:creationId xmlns:p14="http://schemas.microsoft.com/office/powerpoint/2010/main" val="275422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GB"/>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178410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672149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C5C65E5-6D6E-4608-862D-CBDC0ACF066B}" type="datetimeFigureOut">
              <a:rPr lang="en-GB" smtClean="0"/>
              <a:t>11/11/2025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3247670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27630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C5C65E5-6D6E-4608-862D-CBDC0ACF066B}" type="datetimeFigureOut">
              <a:rPr lang="en-GB" smtClean="0"/>
              <a:t>11/11/2025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76358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C5C65E5-6D6E-4608-862D-CBDC0ACF066B}" type="datetimeFigureOut">
              <a:rPr lang="en-GB" smtClean="0"/>
              <a:t>11/11/2025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706730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C65E5-6D6E-4608-862D-CBDC0ACF066B}" type="datetimeFigureOut">
              <a:rPr lang="en-GB" smtClean="0"/>
              <a:t>11/11/2025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476310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415299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88457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558451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646195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34119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62769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C5C65E5-6D6E-4608-862D-CBDC0ACF066B}" type="datetimeFigureOut">
              <a:rPr lang="en-GB" smtClean="0"/>
              <a:t>11/11/2025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4112773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C5C65E5-6D6E-4608-862D-CBDC0ACF066B}" type="datetimeFigureOut">
              <a:rPr lang="en-GB" smtClean="0"/>
              <a:t>11/11/2025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815909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4246108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50578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C5C65E5-6D6E-4608-862D-CBDC0ACF066B}" type="datetimeFigureOut">
              <a:rPr lang="en-GB" smtClean="0"/>
              <a:t>11/11/2025</a:t>
            </a:fld>
            <a:endParaRPr lang="en-GB"/>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BBC5DEA-1479-46AC-A399-1703CBC02BCA}" type="slidenum">
              <a:rPr lang="en-GB" smtClean="0"/>
              <a:t>‹#›</a:t>
            </a:fld>
            <a:endParaRPr lang="en-GB"/>
          </a:p>
        </p:txBody>
      </p:sp>
    </p:spTree>
    <p:extLst>
      <p:ext uri="{BB962C8B-B14F-4D97-AF65-F5344CB8AC3E}">
        <p14:creationId xmlns:p14="http://schemas.microsoft.com/office/powerpoint/2010/main" val="35131096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jrw214.github.io/Website_Exposition_2025-jrw21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Freeform: Shape 9">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6CCFA8-69F9-6B33-C787-6143B6277CBD}"/>
              </a:ext>
            </a:extLst>
          </p:cNvPr>
          <p:cNvSpPr>
            <a:spLocks noGrp="1"/>
          </p:cNvSpPr>
          <p:nvPr>
            <p:ph type="title"/>
          </p:nvPr>
        </p:nvSpPr>
        <p:spPr>
          <a:xfrm>
            <a:off x="900506" y="1118808"/>
            <a:ext cx="4671467" cy="4747683"/>
          </a:xfrm>
        </p:spPr>
        <p:txBody>
          <a:bodyPr anchor="ctr">
            <a:normAutofit/>
          </a:bodyPr>
          <a:lstStyle/>
          <a:p>
            <a:pPr algn="l"/>
            <a:r>
              <a:rPr lang="en-GB" sz="4800"/>
              <a:t>Abstract:</a:t>
            </a:r>
          </a:p>
        </p:txBody>
      </p:sp>
      <p:sp>
        <p:nvSpPr>
          <p:cNvPr id="3" name="Content Placeholder 2">
            <a:extLst>
              <a:ext uri="{FF2B5EF4-FFF2-40B4-BE49-F238E27FC236}">
                <a16:creationId xmlns:a16="http://schemas.microsoft.com/office/drawing/2014/main" id="{953070FD-67B8-AD6C-BDEC-8BB2E03FD45C}"/>
              </a:ext>
            </a:extLst>
          </p:cNvPr>
          <p:cNvSpPr>
            <a:spLocks noGrp="1"/>
          </p:cNvSpPr>
          <p:nvPr>
            <p:ph idx="1"/>
          </p:nvPr>
        </p:nvSpPr>
        <p:spPr>
          <a:xfrm>
            <a:off x="6498769" y="1118809"/>
            <a:ext cx="5049763" cy="4747681"/>
          </a:xfrm>
          <a:effectLst/>
        </p:spPr>
        <p:txBody>
          <a:bodyPr anchor="ctr">
            <a:normAutofit lnSpcReduction="10000"/>
          </a:bodyPr>
          <a:lstStyle/>
          <a:p>
            <a:pPr marL="0" indent="0">
              <a:buNone/>
            </a:pPr>
            <a:r>
              <a:rPr lang="en-GB" dirty="0">
                <a:solidFill>
                  <a:schemeClr val="tx1"/>
                </a:solidFill>
                <a:effectLst/>
              </a:rPr>
              <a:t>Title: GIT Based Website creation</a:t>
            </a:r>
          </a:p>
          <a:p>
            <a:pPr marL="0" indent="0">
              <a:buNone/>
            </a:pPr>
            <a:r>
              <a:rPr lang="en-GB" dirty="0">
                <a:solidFill>
                  <a:schemeClr val="tx1"/>
                </a:solidFill>
                <a:effectLst/>
              </a:rPr>
              <a:t>Presented by: James Walsh Magdalene College Engineer</a:t>
            </a:r>
          </a:p>
          <a:p>
            <a:pPr marL="0" indent="0">
              <a:buNone/>
            </a:pPr>
            <a:endParaRPr lang="en-GB" dirty="0">
              <a:solidFill>
                <a:schemeClr val="tx1"/>
              </a:solidFill>
            </a:endParaRPr>
          </a:p>
          <a:p>
            <a:pPr marL="0" indent="0">
              <a:buNone/>
            </a:pPr>
            <a:r>
              <a:rPr lang="en-GB" dirty="0">
                <a:solidFill>
                  <a:schemeClr val="tx1"/>
                </a:solidFill>
              </a:rPr>
              <a:t>This presentation outlines the development of “The Exposition Archive” a static web repository for digital assets such as PowerPoints. I will cover the initial implementation of decentralised file storage, the technical architecture used to create it (specifically Git and HTML5), and demonstrate the final deployed application. The goal is to show how accessible modern web design can be.</a:t>
            </a:r>
          </a:p>
        </p:txBody>
      </p:sp>
    </p:spTree>
    <p:extLst>
      <p:ext uri="{BB962C8B-B14F-4D97-AF65-F5344CB8AC3E}">
        <p14:creationId xmlns:p14="http://schemas.microsoft.com/office/powerpoint/2010/main" val="2010143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31F72-E469-0A1A-3D14-387CBF656865}"/>
              </a:ext>
            </a:extLst>
          </p:cNvPr>
          <p:cNvSpPr>
            <a:spLocks noGrp="1"/>
          </p:cNvSpPr>
          <p:nvPr>
            <p:ph type="ctrTitle"/>
          </p:nvPr>
        </p:nvSpPr>
        <p:spPr>
          <a:xfrm>
            <a:off x="5139236" y="1097280"/>
            <a:ext cx="6043875" cy="4626864"/>
          </a:xfrm>
        </p:spPr>
        <p:txBody>
          <a:bodyPr anchor="ctr">
            <a:normAutofit/>
          </a:bodyPr>
          <a:lstStyle/>
          <a:p>
            <a:pPr algn="l"/>
            <a:r>
              <a:rPr lang="en-GB" dirty="0"/>
              <a:t>GIT Based Website creation</a:t>
            </a:r>
          </a:p>
        </p:txBody>
      </p:sp>
      <p:sp>
        <p:nvSpPr>
          <p:cNvPr id="3" name="Subtitle 2">
            <a:extLst>
              <a:ext uri="{FF2B5EF4-FFF2-40B4-BE49-F238E27FC236}">
                <a16:creationId xmlns:a16="http://schemas.microsoft.com/office/drawing/2014/main" id="{E3EB1246-68D4-D058-5FBE-62C3ACD6C41C}"/>
              </a:ext>
            </a:extLst>
          </p:cNvPr>
          <p:cNvSpPr>
            <a:spLocks noGrp="1"/>
          </p:cNvSpPr>
          <p:nvPr>
            <p:ph type="subTitle" idx="1"/>
          </p:nvPr>
        </p:nvSpPr>
        <p:spPr>
          <a:xfrm>
            <a:off x="913795" y="1097280"/>
            <a:ext cx="3256177" cy="4626863"/>
          </a:xfrm>
        </p:spPr>
        <p:txBody>
          <a:bodyPr anchor="ctr">
            <a:normAutofit/>
          </a:bodyPr>
          <a:lstStyle/>
          <a:p>
            <a:pPr algn="r"/>
            <a:r>
              <a:rPr lang="en-GB"/>
              <a:t>By </a:t>
            </a:r>
          </a:p>
          <a:p>
            <a:pPr algn="r"/>
            <a:r>
              <a:rPr lang="en-GB"/>
              <a:t>James Walsh</a:t>
            </a:r>
          </a:p>
          <a:p>
            <a:pPr algn="r"/>
            <a:r>
              <a:rPr lang="en-GB"/>
              <a:t>Magdalene college cambridge</a:t>
            </a:r>
          </a:p>
        </p:txBody>
      </p:sp>
      <p:cxnSp>
        <p:nvCxnSpPr>
          <p:cNvPr id="10" name="Straight Connector 9">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30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DDBB-AB3E-F941-612B-4822331255FD}"/>
              </a:ext>
            </a:extLst>
          </p:cNvPr>
          <p:cNvSpPr>
            <a:spLocks noGrp="1"/>
          </p:cNvSpPr>
          <p:nvPr>
            <p:ph type="title"/>
          </p:nvPr>
        </p:nvSpPr>
        <p:spPr/>
        <p:txBody>
          <a:bodyPr/>
          <a:lstStyle/>
          <a:p>
            <a:r>
              <a:rPr lang="en-GB" dirty="0"/>
              <a:t>Order of Topics</a:t>
            </a:r>
          </a:p>
        </p:txBody>
      </p:sp>
      <p:sp>
        <p:nvSpPr>
          <p:cNvPr id="3" name="Content Placeholder 2">
            <a:extLst>
              <a:ext uri="{FF2B5EF4-FFF2-40B4-BE49-F238E27FC236}">
                <a16:creationId xmlns:a16="http://schemas.microsoft.com/office/drawing/2014/main" id="{9C6E47BF-7A1F-2B05-9774-0A76725D7146}"/>
              </a:ext>
            </a:extLst>
          </p:cNvPr>
          <p:cNvSpPr>
            <a:spLocks noGrp="1"/>
          </p:cNvSpPr>
          <p:nvPr>
            <p:ph idx="1"/>
          </p:nvPr>
        </p:nvSpPr>
        <p:spPr>
          <a:xfrm>
            <a:off x="913795" y="1732449"/>
            <a:ext cx="10353762" cy="4058751"/>
          </a:xfrm>
        </p:spPr>
        <p:txBody>
          <a:bodyPr>
            <a:normAutofit/>
          </a:bodyPr>
          <a:lstStyle/>
          <a:p>
            <a:r>
              <a:rPr lang="en-GB" sz="2800" b="1" dirty="0"/>
              <a:t>Topic 1: Technical Architecture</a:t>
            </a:r>
            <a:r>
              <a:rPr lang="en-GB" sz="2800" dirty="0"/>
              <a:t> (The tools used)</a:t>
            </a:r>
          </a:p>
          <a:p>
            <a:r>
              <a:rPr lang="en-GB" sz="2800" b="1" dirty="0"/>
              <a:t>Topic 2: Biggest Challenge &amp; Solution</a:t>
            </a:r>
            <a:r>
              <a:rPr lang="en-GB" sz="2800" dirty="0"/>
              <a:t>(The "Embedded" issue)</a:t>
            </a:r>
          </a:p>
          <a:p>
            <a:r>
              <a:rPr lang="en-GB" sz="2800" b="1" dirty="0"/>
              <a:t>Topic 3: Live Demonstration</a:t>
            </a:r>
            <a:r>
              <a:rPr lang="en-GB" sz="2800" dirty="0"/>
              <a:t> </a:t>
            </a:r>
          </a:p>
          <a:p>
            <a:r>
              <a:rPr lang="en-GB" sz="2800" b="1" dirty="0"/>
              <a:t>Topic 4: Review &amp; Future Scope</a:t>
            </a:r>
            <a:r>
              <a:rPr lang="en-GB" sz="2800" dirty="0"/>
              <a:t> (Conclusion)</a:t>
            </a:r>
          </a:p>
          <a:p>
            <a:endParaRPr lang="en-GB" sz="4000" dirty="0"/>
          </a:p>
        </p:txBody>
      </p:sp>
    </p:spTree>
    <p:extLst>
      <p:ext uri="{BB962C8B-B14F-4D97-AF65-F5344CB8AC3E}">
        <p14:creationId xmlns:p14="http://schemas.microsoft.com/office/powerpoint/2010/main" val="310870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34742-62F1-DED5-2855-3468E9120496}"/>
              </a:ext>
            </a:extLst>
          </p:cNvPr>
          <p:cNvSpPr>
            <a:spLocks noGrp="1"/>
          </p:cNvSpPr>
          <p:nvPr>
            <p:ph type="title"/>
          </p:nvPr>
        </p:nvSpPr>
        <p:spPr/>
        <p:txBody>
          <a:bodyPr>
            <a:normAutofit fontScale="90000"/>
          </a:bodyPr>
          <a:lstStyle/>
          <a:p>
            <a:r>
              <a:rPr lang="en-GB" b="1" dirty="0"/>
              <a:t>Technical Architecture</a:t>
            </a:r>
            <a:r>
              <a:rPr lang="en-GB" dirty="0"/>
              <a:t> (The tools used)</a:t>
            </a:r>
            <a:br>
              <a:rPr lang="en-GB" dirty="0"/>
            </a:br>
            <a:endParaRPr lang="en-GB" dirty="0"/>
          </a:p>
        </p:txBody>
      </p:sp>
      <p:sp>
        <p:nvSpPr>
          <p:cNvPr id="3" name="Content Placeholder 2">
            <a:extLst>
              <a:ext uri="{FF2B5EF4-FFF2-40B4-BE49-F238E27FC236}">
                <a16:creationId xmlns:a16="http://schemas.microsoft.com/office/drawing/2014/main" id="{9AA5A946-A5A7-182C-9705-797A03224F0B}"/>
              </a:ext>
            </a:extLst>
          </p:cNvPr>
          <p:cNvSpPr>
            <a:spLocks noGrp="1"/>
          </p:cNvSpPr>
          <p:nvPr>
            <p:ph idx="1"/>
          </p:nvPr>
        </p:nvSpPr>
        <p:spPr/>
        <p:txBody>
          <a:bodyPr>
            <a:normAutofit/>
          </a:bodyPr>
          <a:lstStyle/>
          <a:p>
            <a:pPr marL="36900" indent="0">
              <a:buNone/>
            </a:pPr>
            <a:r>
              <a:rPr lang="en-GB" sz="3200" b="1" dirty="0"/>
              <a:t>The Architecture is comprised of 3 Main parts</a:t>
            </a:r>
          </a:p>
          <a:p>
            <a:r>
              <a:rPr lang="en-GB" sz="3200" b="1" dirty="0"/>
              <a:t>VS Code:</a:t>
            </a:r>
            <a:r>
              <a:rPr lang="en-GB" sz="3200" dirty="0"/>
              <a:t> For writing semantic HTML5 structure.</a:t>
            </a:r>
          </a:p>
          <a:p>
            <a:r>
              <a:rPr lang="en-GB" sz="3200" b="1" dirty="0"/>
              <a:t>Git:</a:t>
            </a:r>
            <a:r>
              <a:rPr lang="en-GB" sz="3200" dirty="0"/>
              <a:t> For version control.</a:t>
            </a:r>
          </a:p>
          <a:p>
            <a:r>
              <a:rPr lang="en-GB" sz="3200" b="1" dirty="0"/>
              <a:t>GitHub Pages:</a:t>
            </a:r>
            <a:r>
              <a:rPr lang="en-GB" sz="3200" dirty="0"/>
              <a:t> For static hosting</a:t>
            </a:r>
          </a:p>
        </p:txBody>
      </p:sp>
    </p:spTree>
    <p:extLst>
      <p:ext uri="{BB962C8B-B14F-4D97-AF65-F5344CB8AC3E}">
        <p14:creationId xmlns:p14="http://schemas.microsoft.com/office/powerpoint/2010/main" val="3284826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683C316-7DAB-B5BD-05C2-156E3457BDEC}"/>
              </a:ext>
            </a:extLst>
          </p:cNvPr>
          <p:cNvPicPr>
            <a:picLocks noGrp="1" noChangeAspect="1"/>
          </p:cNvPicPr>
          <p:nvPr>
            <p:ph idx="1"/>
          </p:nvPr>
        </p:nvPicPr>
        <p:blipFill>
          <a:blip r:embed="rId2"/>
          <a:stretch>
            <a:fillRect/>
          </a:stretch>
        </p:blipFill>
        <p:spPr>
          <a:xfrm>
            <a:off x="0" y="1094581"/>
            <a:ext cx="5486400" cy="5741894"/>
          </a:xfrm>
          <a:prstGeom prst="rect">
            <a:avLst/>
          </a:prstGeom>
          <a:effectLst>
            <a:outerShdw blurRad="25400" dir="17880000">
              <a:srgbClr val="000000">
                <a:alpha val="46000"/>
              </a:srgbClr>
            </a:outerShdw>
          </a:effectLst>
        </p:spPr>
      </p:pic>
      <p:sp>
        <p:nvSpPr>
          <p:cNvPr id="4" name="Title 1">
            <a:extLst>
              <a:ext uri="{FF2B5EF4-FFF2-40B4-BE49-F238E27FC236}">
                <a16:creationId xmlns:a16="http://schemas.microsoft.com/office/drawing/2014/main" id="{0AEE86CA-8341-3CB6-375F-094DDADC15CB}"/>
              </a:ext>
            </a:extLst>
          </p:cNvPr>
          <p:cNvSpPr>
            <a:spLocks noGrp="1"/>
          </p:cNvSpPr>
          <p:nvPr>
            <p:ph type="title"/>
          </p:nvPr>
        </p:nvSpPr>
        <p:spPr>
          <a:xfrm>
            <a:off x="914400" y="609600"/>
            <a:ext cx="10353675" cy="969963"/>
          </a:xfrm>
        </p:spPr>
        <p:txBody>
          <a:bodyPr>
            <a:normAutofit fontScale="90000"/>
          </a:bodyPr>
          <a:lstStyle/>
          <a:p>
            <a:r>
              <a:rPr lang="en-GB" b="1" dirty="0"/>
              <a:t>Technical Architecture</a:t>
            </a:r>
            <a:r>
              <a:rPr lang="en-GB" dirty="0"/>
              <a:t> (The tools used)</a:t>
            </a:r>
            <a:br>
              <a:rPr lang="en-GB" dirty="0"/>
            </a:br>
            <a:endParaRPr lang="en-GB" dirty="0"/>
          </a:p>
        </p:txBody>
      </p:sp>
      <p:sp>
        <p:nvSpPr>
          <p:cNvPr id="7" name="TextBox 6">
            <a:extLst>
              <a:ext uri="{FF2B5EF4-FFF2-40B4-BE49-F238E27FC236}">
                <a16:creationId xmlns:a16="http://schemas.microsoft.com/office/drawing/2014/main" id="{7632FF07-A4F1-D419-9F88-AE55DECC3F50}"/>
              </a:ext>
            </a:extLst>
          </p:cNvPr>
          <p:cNvSpPr txBox="1"/>
          <p:nvPr/>
        </p:nvSpPr>
        <p:spPr>
          <a:xfrm>
            <a:off x="5801360" y="1442720"/>
            <a:ext cx="5486400" cy="2308324"/>
          </a:xfrm>
          <a:prstGeom prst="rect">
            <a:avLst/>
          </a:prstGeom>
          <a:noFill/>
        </p:spPr>
        <p:txBody>
          <a:bodyPr wrap="square" rtlCol="0">
            <a:spAutoFit/>
          </a:bodyPr>
          <a:lstStyle/>
          <a:p>
            <a:r>
              <a:rPr lang="en-GB" dirty="0"/>
              <a:t>The document starts of defining some basic things such at the fact its in HTML and the language.</a:t>
            </a:r>
          </a:p>
          <a:p>
            <a:endParaRPr lang="en-GB" dirty="0"/>
          </a:p>
          <a:p>
            <a:r>
              <a:rPr lang="en-GB" dirty="0"/>
              <a:t>But also, the style of the website such as colour palette the shape of boxes font type and alignment.</a:t>
            </a:r>
          </a:p>
          <a:p>
            <a:endParaRPr lang="en-GB" dirty="0"/>
          </a:p>
          <a:p>
            <a:r>
              <a:rPr lang="en-GB" dirty="0"/>
              <a:t>I also used they styling to ensure the website scales to different screens.</a:t>
            </a:r>
          </a:p>
        </p:txBody>
      </p:sp>
    </p:spTree>
    <p:extLst>
      <p:ext uri="{BB962C8B-B14F-4D97-AF65-F5344CB8AC3E}">
        <p14:creationId xmlns:p14="http://schemas.microsoft.com/office/powerpoint/2010/main" val="178137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63BA-61BE-3BAE-EFC7-59499343FC77}"/>
              </a:ext>
            </a:extLst>
          </p:cNvPr>
          <p:cNvSpPr>
            <a:spLocks noGrp="1"/>
          </p:cNvSpPr>
          <p:nvPr>
            <p:ph type="title"/>
          </p:nvPr>
        </p:nvSpPr>
        <p:spPr/>
        <p:txBody>
          <a:bodyPr/>
          <a:lstStyle/>
          <a:p>
            <a:r>
              <a:rPr lang="en-GB" b="1" dirty="0"/>
              <a:t>Technical Architecture</a:t>
            </a:r>
            <a:r>
              <a:rPr lang="en-GB" dirty="0"/>
              <a:t> (The tools used)</a:t>
            </a:r>
          </a:p>
        </p:txBody>
      </p:sp>
      <p:pic>
        <p:nvPicPr>
          <p:cNvPr id="4" name="Content Placeholder 3">
            <a:extLst>
              <a:ext uri="{FF2B5EF4-FFF2-40B4-BE49-F238E27FC236}">
                <a16:creationId xmlns:a16="http://schemas.microsoft.com/office/drawing/2014/main" id="{007BBFE1-1FF7-4832-02ED-4267AA98A166}"/>
              </a:ext>
            </a:extLst>
          </p:cNvPr>
          <p:cNvPicPr>
            <a:picLocks noGrp="1" noChangeAspect="1"/>
          </p:cNvPicPr>
          <p:nvPr>
            <p:ph idx="1"/>
          </p:nvPr>
        </p:nvPicPr>
        <p:blipFill>
          <a:blip r:embed="rId3"/>
          <a:stretch>
            <a:fillRect/>
          </a:stretch>
        </p:blipFill>
        <p:spPr>
          <a:xfrm>
            <a:off x="913795" y="2753085"/>
            <a:ext cx="10353675" cy="2728192"/>
          </a:xfrm>
          <a:prstGeom prst="rect">
            <a:avLst/>
          </a:prstGeom>
        </p:spPr>
      </p:pic>
      <p:sp>
        <p:nvSpPr>
          <p:cNvPr id="5" name="Rectangle 4">
            <a:extLst>
              <a:ext uri="{FF2B5EF4-FFF2-40B4-BE49-F238E27FC236}">
                <a16:creationId xmlns:a16="http://schemas.microsoft.com/office/drawing/2014/main" id="{F505BDAF-E39F-1B0F-28F5-038CA0076547}"/>
              </a:ext>
            </a:extLst>
          </p:cNvPr>
          <p:cNvSpPr/>
          <p:nvPr/>
        </p:nvSpPr>
        <p:spPr>
          <a:xfrm>
            <a:off x="538480" y="1580050"/>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Section name and structure</a:t>
            </a:r>
          </a:p>
        </p:txBody>
      </p:sp>
      <p:sp>
        <p:nvSpPr>
          <p:cNvPr id="6" name="Rectangle 5">
            <a:extLst>
              <a:ext uri="{FF2B5EF4-FFF2-40B4-BE49-F238E27FC236}">
                <a16:creationId xmlns:a16="http://schemas.microsoft.com/office/drawing/2014/main" id="{1CA3C8CD-6521-1A9A-B625-7E3BEA25300F}"/>
              </a:ext>
            </a:extLst>
          </p:cNvPr>
          <p:cNvSpPr/>
          <p:nvPr/>
        </p:nvSpPr>
        <p:spPr>
          <a:xfrm>
            <a:off x="60960" y="5778054"/>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Links to both file download and full screen view</a:t>
            </a:r>
          </a:p>
        </p:txBody>
      </p:sp>
      <p:sp>
        <p:nvSpPr>
          <p:cNvPr id="7" name="Rectangle 6">
            <a:extLst>
              <a:ext uri="{FF2B5EF4-FFF2-40B4-BE49-F238E27FC236}">
                <a16:creationId xmlns:a16="http://schemas.microsoft.com/office/drawing/2014/main" id="{C15E9142-7F02-8B98-761B-66711E8CE7AC}"/>
              </a:ext>
            </a:extLst>
          </p:cNvPr>
          <p:cNvSpPr/>
          <p:nvPr/>
        </p:nvSpPr>
        <p:spPr>
          <a:xfrm>
            <a:off x="8371840" y="5481276"/>
            <a:ext cx="2895630" cy="9601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Iframe utilises Microsoft's online PowerPoint visualisation for a live View</a:t>
            </a:r>
          </a:p>
        </p:txBody>
      </p:sp>
      <p:sp>
        <p:nvSpPr>
          <p:cNvPr id="8" name="Rectangle 7">
            <a:extLst>
              <a:ext uri="{FF2B5EF4-FFF2-40B4-BE49-F238E27FC236}">
                <a16:creationId xmlns:a16="http://schemas.microsoft.com/office/drawing/2014/main" id="{3B0A6712-8879-102D-AA15-A345CBF7E9A7}"/>
              </a:ext>
            </a:extLst>
          </p:cNvPr>
          <p:cNvSpPr/>
          <p:nvPr/>
        </p:nvSpPr>
        <p:spPr>
          <a:xfrm>
            <a:off x="5801362" y="1580050"/>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Defines the “box” which the data will be inside &amp; names the “box”.</a:t>
            </a:r>
          </a:p>
        </p:txBody>
      </p:sp>
      <p:cxnSp>
        <p:nvCxnSpPr>
          <p:cNvPr id="10" name="Straight Arrow Connector 9">
            <a:extLst>
              <a:ext uri="{FF2B5EF4-FFF2-40B4-BE49-F238E27FC236}">
                <a16:creationId xmlns:a16="http://schemas.microsoft.com/office/drawing/2014/main" id="{CD31B35C-F364-3203-1484-B789CE20C2D5}"/>
              </a:ext>
            </a:extLst>
          </p:cNvPr>
          <p:cNvCxnSpPr>
            <a:stCxn id="5" idx="2"/>
          </p:cNvCxnSpPr>
          <p:nvPr/>
        </p:nvCxnSpPr>
        <p:spPr>
          <a:xfrm flipH="1">
            <a:off x="1869440" y="2428240"/>
            <a:ext cx="10160" cy="4165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0D94DA-A40E-CA29-5987-55D408905F3E}"/>
              </a:ext>
            </a:extLst>
          </p:cNvPr>
          <p:cNvCxnSpPr/>
          <p:nvPr/>
        </p:nvCxnSpPr>
        <p:spPr>
          <a:xfrm flipH="1">
            <a:off x="2743200" y="2428240"/>
            <a:ext cx="3068320" cy="10007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D4EC59-CC41-49B3-4F12-98807FA7B06A}"/>
              </a:ext>
            </a:extLst>
          </p:cNvPr>
          <p:cNvCxnSpPr>
            <a:cxnSpLocks/>
          </p:cNvCxnSpPr>
          <p:nvPr/>
        </p:nvCxnSpPr>
        <p:spPr>
          <a:xfrm flipV="1">
            <a:off x="467360" y="3931920"/>
            <a:ext cx="965200" cy="18461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7B45C79-2DFA-A4FE-33D6-F4CBEB7EC20F}"/>
              </a:ext>
            </a:extLst>
          </p:cNvPr>
          <p:cNvCxnSpPr>
            <a:cxnSpLocks/>
            <a:stCxn id="7" idx="1"/>
          </p:cNvCxnSpPr>
          <p:nvPr/>
        </p:nvCxnSpPr>
        <p:spPr>
          <a:xfrm flipH="1" flipV="1">
            <a:off x="7172960" y="4927600"/>
            <a:ext cx="1198880" cy="10337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42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AE16-3C16-CC5C-58D1-637C6AC9D095}"/>
              </a:ext>
            </a:extLst>
          </p:cNvPr>
          <p:cNvSpPr>
            <a:spLocks noGrp="1"/>
          </p:cNvSpPr>
          <p:nvPr>
            <p:ph type="title"/>
          </p:nvPr>
        </p:nvSpPr>
        <p:spPr>
          <a:xfrm>
            <a:off x="522996" y="581575"/>
            <a:ext cx="11135360" cy="970450"/>
          </a:xfrm>
        </p:spPr>
        <p:txBody>
          <a:bodyPr>
            <a:normAutofit fontScale="90000"/>
          </a:bodyPr>
          <a:lstStyle/>
          <a:p>
            <a:r>
              <a:rPr lang="en-GB" b="1" dirty="0"/>
              <a:t>Biggest Challenge &amp; Solution</a:t>
            </a:r>
            <a:r>
              <a:rPr lang="en-GB" dirty="0"/>
              <a:t> (The "Embedded" issue)</a:t>
            </a:r>
            <a:br>
              <a:rPr lang="en-GB" dirty="0"/>
            </a:br>
            <a:endParaRPr lang="en-GB" dirty="0"/>
          </a:p>
        </p:txBody>
      </p:sp>
      <p:sp>
        <p:nvSpPr>
          <p:cNvPr id="3" name="Content Placeholder 2">
            <a:extLst>
              <a:ext uri="{FF2B5EF4-FFF2-40B4-BE49-F238E27FC236}">
                <a16:creationId xmlns:a16="http://schemas.microsoft.com/office/drawing/2014/main" id="{6B899140-AB43-8C4A-E42A-93051604EF04}"/>
              </a:ext>
            </a:extLst>
          </p:cNvPr>
          <p:cNvSpPr>
            <a:spLocks noGrp="1"/>
          </p:cNvSpPr>
          <p:nvPr>
            <p:ph idx="1"/>
          </p:nvPr>
        </p:nvSpPr>
        <p:spPr/>
        <p:txBody>
          <a:bodyPr>
            <a:normAutofit/>
          </a:bodyPr>
          <a:lstStyle/>
          <a:p>
            <a:pPr marL="36900" indent="0">
              <a:buNone/>
            </a:pPr>
            <a:r>
              <a:rPr lang="en-GB" sz="2400" dirty="0"/>
              <a:t>The most difficult challenge I encountered was Microsoft's aggressive caching when attempting live viewing. </a:t>
            </a:r>
          </a:p>
          <a:p>
            <a:pPr marL="36900" indent="0">
              <a:buNone/>
            </a:pPr>
            <a:r>
              <a:rPr lang="en-GB" sz="2400" dirty="0"/>
              <a:t>This meant when I updated a PowerPoint file the live view just wouldn’t update. </a:t>
            </a:r>
          </a:p>
          <a:p>
            <a:pPr marL="36900" indent="0">
              <a:buNone/>
            </a:pPr>
            <a:r>
              <a:rPr lang="en-GB" sz="2400" dirty="0"/>
              <a:t>To save time Microsoft doesn’t redownload the file from GitHub if it recognises the URL it just regurgitates what it remembers.</a:t>
            </a:r>
          </a:p>
          <a:p>
            <a:pPr marL="36900" indent="0">
              <a:buNone/>
            </a:pPr>
            <a:r>
              <a:rPr lang="en-GB" sz="2400" dirty="0"/>
              <a:t> To get around I forced it to update by adding a </a:t>
            </a:r>
            <a:r>
              <a:rPr lang="en-GB" sz="2400" dirty="0" err="1"/>
              <a:t>cache_buster</a:t>
            </a:r>
            <a:r>
              <a:rPr lang="en-GB" sz="2400" dirty="0"/>
              <a:t>(&amp;mscachebuster=[VersionNum]) this is a dummy parameter that makes them redownload the file.</a:t>
            </a:r>
          </a:p>
        </p:txBody>
      </p:sp>
    </p:spTree>
    <p:extLst>
      <p:ext uri="{BB962C8B-B14F-4D97-AF65-F5344CB8AC3E}">
        <p14:creationId xmlns:p14="http://schemas.microsoft.com/office/powerpoint/2010/main" val="735242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81C8-6C7D-E432-DD6C-C7D79C5BBCB1}"/>
              </a:ext>
            </a:extLst>
          </p:cNvPr>
          <p:cNvSpPr>
            <a:spLocks noGrp="1"/>
          </p:cNvSpPr>
          <p:nvPr>
            <p:ph type="title"/>
          </p:nvPr>
        </p:nvSpPr>
        <p:spPr/>
        <p:txBody>
          <a:bodyPr>
            <a:normAutofit fontScale="90000"/>
          </a:bodyPr>
          <a:lstStyle/>
          <a:p>
            <a:r>
              <a:rPr lang="en-GB" b="1" dirty="0"/>
              <a:t>Live Demonstration</a:t>
            </a:r>
            <a:r>
              <a:rPr lang="en-GB" dirty="0"/>
              <a:t> (Showing it works)</a:t>
            </a:r>
            <a:br>
              <a:rPr lang="en-GB" dirty="0"/>
            </a:br>
            <a:endParaRPr lang="en-GB" dirty="0"/>
          </a:p>
        </p:txBody>
      </p:sp>
      <p:sp>
        <p:nvSpPr>
          <p:cNvPr id="4" name="TextBox 3">
            <a:hlinkClick r:id="rId2"/>
            <a:extLst>
              <a:ext uri="{FF2B5EF4-FFF2-40B4-BE49-F238E27FC236}">
                <a16:creationId xmlns:a16="http://schemas.microsoft.com/office/drawing/2014/main" id="{39EAA153-21B7-80DD-431D-557C0FAE7960}"/>
              </a:ext>
            </a:extLst>
          </p:cNvPr>
          <p:cNvSpPr txBox="1"/>
          <p:nvPr/>
        </p:nvSpPr>
        <p:spPr>
          <a:xfrm>
            <a:off x="2286117" y="3048000"/>
            <a:ext cx="8981440" cy="461665"/>
          </a:xfrm>
          <a:prstGeom prst="rect">
            <a:avLst/>
          </a:prstGeom>
          <a:noFill/>
        </p:spPr>
        <p:txBody>
          <a:bodyPr wrap="square" rtlCol="0">
            <a:spAutoFit/>
          </a:bodyPr>
          <a:lstStyle/>
          <a:p>
            <a:r>
              <a:rPr lang="en-GB" sz="2400" dirty="0"/>
              <a:t>https://jrw214.github.io/Website_Exposition_2025-jrw214-/</a:t>
            </a:r>
          </a:p>
        </p:txBody>
      </p:sp>
    </p:spTree>
    <p:extLst>
      <p:ext uri="{BB962C8B-B14F-4D97-AF65-F5344CB8AC3E}">
        <p14:creationId xmlns:p14="http://schemas.microsoft.com/office/powerpoint/2010/main" val="22139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5C803-8824-448C-48EA-B49C5335049E}"/>
              </a:ext>
            </a:extLst>
          </p:cNvPr>
          <p:cNvSpPr>
            <a:spLocks noGrp="1"/>
          </p:cNvSpPr>
          <p:nvPr>
            <p:ph type="title"/>
          </p:nvPr>
        </p:nvSpPr>
        <p:spPr/>
        <p:txBody>
          <a:bodyPr>
            <a:normAutofit fontScale="90000"/>
          </a:bodyPr>
          <a:lstStyle/>
          <a:p>
            <a:r>
              <a:rPr lang="en-GB" b="1" dirty="0"/>
              <a:t>Review &amp; Future Scope</a:t>
            </a:r>
            <a:r>
              <a:rPr lang="en-GB" dirty="0"/>
              <a:t> (Conclusion)</a:t>
            </a:r>
            <a:br>
              <a:rPr lang="en-GB" dirty="0"/>
            </a:br>
            <a:endParaRPr lang="en-GB" dirty="0"/>
          </a:p>
        </p:txBody>
      </p:sp>
      <p:sp>
        <p:nvSpPr>
          <p:cNvPr id="3" name="Content Placeholder 2">
            <a:extLst>
              <a:ext uri="{FF2B5EF4-FFF2-40B4-BE49-F238E27FC236}">
                <a16:creationId xmlns:a16="http://schemas.microsoft.com/office/drawing/2014/main" id="{D997707F-1630-CB1D-D3CA-4E7DA6829DB9}"/>
              </a:ext>
            </a:extLst>
          </p:cNvPr>
          <p:cNvSpPr>
            <a:spLocks noGrp="1"/>
          </p:cNvSpPr>
          <p:nvPr>
            <p:ph idx="1"/>
          </p:nvPr>
        </p:nvSpPr>
        <p:spPr/>
        <p:txBody>
          <a:bodyPr>
            <a:normAutofit/>
          </a:bodyPr>
          <a:lstStyle/>
          <a:p>
            <a:r>
              <a:rPr lang="en-GB" sz="2400" dirty="0"/>
              <a:t>In the future id like to add more pages to categorise things better</a:t>
            </a:r>
          </a:p>
          <a:p>
            <a:r>
              <a:rPr lang="en-GB" sz="2400" dirty="0"/>
              <a:t>Id like to automate the file indexing so when new PowerPoints are added html cards are created on the fly</a:t>
            </a:r>
          </a:p>
          <a:p>
            <a:r>
              <a:rPr lang="en-GB" sz="2400" dirty="0"/>
              <a:t>Some form of access control to the website or certain documents</a:t>
            </a:r>
          </a:p>
        </p:txBody>
      </p:sp>
    </p:spTree>
    <p:extLst>
      <p:ext uri="{BB962C8B-B14F-4D97-AF65-F5344CB8AC3E}">
        <p14:creationId xmlns:p14="http://schemas.microsoft.com/office/powerpoint/2010/main" val="3407264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C05B-952F-766A-D4A5-7FD880957A82}"/>
              </a:ext>
            </a:extLst>
          </p:cNvPr>
          <p:cNvSpPr>
            <a:spLocks noGrp="1"/>
          </p:cNvSpPr>
          <p:nvPr>
            <p:ph type="title"/>
          </p:nvPr>
        </p:nvSpPr>
        <p:spPr/>
        <p:txBody>
          <a:bodyPr>
            <a:normAutofit/>
          </a:bodyPr>
          <a:lstStyle/>
          <a:p>
            <a:r>
              <a:rPr lang="en-GB" b="1" dirty="0"/>
              <a:t>Review &amp; Future Scope</a:t>
            </a:r>
            <a:r>
              <a:rPr lang="en-GB" dirty="0"/>
              <a:t> (Conclusion)</a:t>
            </a:r>
          </a:p>
        </p:txBody>
      </p:sp>
      <p:sp>
        <p:nvSpPr>
          <p:cNvPr id="4" name="Content Placeholder 2">
            <a:extLst>
              <a:ext uri="{FF2B5EF4-FFF2-40B4-BE49-F238E27FC236}">
                <a16:creationId xmlns:a16="http://schemas.microsoft.com/office/drawing/2014/main" id="{09A5E5F5-6329-16DE-FA1F-0BED99ED9647}"/>
              </a:ext>
            </a:extLst>
          </p:cNvPr>
          <p:cNvSpPr>
            <a:spLocks noGrp="1"/>
          </p:cNvSpPr>
          <p:nvPr>
            <p:ph idx="1"/>
          </p:nvPr>
        </p:nvSpPr>
        <p:spPr>
          <a:xfrm>
            <a:off x="914400" y="1731963"/>
            <a:ext cx="10353675" cy="4059237"/>
          </a:xfrm>
        </p:spPr>
        <p:txBody>
          <a:bodyPr>
            <a:normAutofit/>
          </a:bodyPr>
          <a:lstStyle/>
          <a:p>
            <a:r>
              <a:rPr lang="en-GB" sz="2800" b="1" dirty="0"/>
              <a:t>Technical Architecture</a:t>
            </a:r>
            <a:r>
              <a:rPr lang="en-GB" sz="2800" dirty="0"/>
              <a:t> (HTML, GIT, GIT Pages)</a:t>
            </a:r>
          </a:p>
          <a:p>
            <a:r>
              <a:rPr lang="en-GB" sz="2800" b="1" dirty="0"/>
              <a:t>Biggest Challenge &amp; Solution</a:t>
            </a:r>
          </a:p>
          <a:p>
            <a:r>
              <a:rPr lang="en-GB" sz="2800" b="1" dirty="0"/>
              <a:t>Future Scope</a:t>
            </a:r>
            <a:endParaRPr lang="en-GB" sz="4000" dirty="0"/>
          </a:p>
        </p:txBody>
      </p:sp>
    </p:spTree>
    <p:extLst>
      <p:ext uri="{BB962C8B-B14F-4D97-AF65-F5344CB8AC3E}">
        <p14:creationId xmlns:p14="http://schemas.microsoft.com/office/powerpoint/2010/main" val="280802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CC150BA-FA7B-5D36-2806-30822C84BDA8}"/>
              </a:ext>
            </a:extLst>
          </p:cNvPr>
          <p:cNvSpPr txBox="1"/>
          <p:nvPr/>
        </p:nvSpPr>
        <p:spPr>
          <a:xfrm>
            <a:off x="5139236" y="1097280"/>
            <a:ext cx="6043875" cy="4626864"/>
          </a:xfrm>
          <a:prstGeom prst="rect">
            <a:avLst/>
          </a:prstGeom>
        </p:spPr>
        <p:txBody>
          <a:bodyPr vert="horz" lIns="91440" tIns="45720" rIns="91440" bIns="45720" rtlCol="0" anchor="ctr">
            <a:normAutofit/>
          </a:bodyPr>
          <a:lstStyle/>
          <a:p>
            <a:pPr>
              <a:spcBef>
                <a:spcPct val="0"/>
              </a:spcBef>
              <a:spcAft>
                <a:spcPts val="600"/>
              </a:spcAft>
            </a:pPr>
            <a:r>
              <a:rPr lang="en-US" sz="54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Thankyou</a:t>
            </a:r>
          </a:p>
        </p:txBody>
      </p:sp>
      <p:cxnSp>
        <p:nvCxnSpPr>
          <p:cNvPr id="17" name="Straight Connector 16">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8C505B2-527C-50FD-1C4A-9ECBD5FBA8DF}"/>
              </a:ext>
            </a:extLst>
          </p:cNvPr>
          <p:cNvPicPr>
            <a:picLocks noChangeAspect="1"/>
          </p:cNvPicPr>
          <p:nvPr/>
        </p:nvPicPr>
        <p:blipFill>
          <a:blip r:embed="rId3"/>
          <a:stretch>
            <a:fillRect/>
          </a:stretch>
        </p:blipFill>
        <p:spPr>
          <a:xfrm>
            <a:off x="824415" y="2057399"/>
            <a:ext cx="2715004" cy="2743583"/>
          </a:xfrm>
          <a:prstGeom prst="rect">
            <a:avLst/>
          </a:prstGeom>
        </p:spPr>
      </p:pic>
      <p:sp>
        <p:nvSpPr>
          <p:cNvPr id="4" name="TextBox 3">
            <a:extLst>
              <a:ext uri="{FF2B5EF4-FFF2-40B4-BE49-F238E27FC236}">
                <a16:creationId xmlns:a16="http://schemas.microsoft.com/office/drawing/2014/main" id="{8F88DC6D-B77D-CF50-3F1C-9004C88475DA}"/>
              </a:ext>
            </a:extLst>
          </p:cNvPr>
          <p:cNvSpPr txBox="1"/>
          <p:nvPr/>
        </p:nvSpPr>
        <p:spPr>
          <a:xfrm>
            <a:off x="510694" y="5431756"/>
            <a:ext cx="11986106" cy="584775"/>
          </a:xfrm>
          <a:prstGeom prst="rect">
            <a:avLst/>
          </a:prstGeom>
          <a:noFill/>
        </p:spPr>
        <p:txBody>
          <a:bodyPr wrap="square" rtlCol="0">
            <a:spAutoFit/>
          </a:bodyPr>
          <a:lstStyle/>
          <a:p>
            <a:r>
              <a:rPr lang="en-GB" sz="3200" dirty="0"/>
              <a:t>https://jrw214.github.io/Website_Exposition_2025-jrw214-/#</a:t>
            </a:r>
          </a:p>
        </p:txBody>
      </p:sp>
    </p:spTree>
    <p:extLst>
      <p:ext uri="{BB962C8B-B14F-4D97-AF65-F5344CB8AC3E}">
        <p14:creationId xmlns:p14="http://schemas.microsoft.com/office/powerpoint/2010/main" val="33785530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113</TotalTime>
  <Words>627</Words>
  <Application>Microsoft Office PowerPoint</Application>
  <PresentationFormat>Widescreen</PresentationFormat>
  <Paragraphs>53</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Calisto MT</vt:lpstr>
      <vt:lpstr>Wingdings 2</vt:lpstr>
      <vt:lpstr>Slate</vt:lpstr>
      <vt:lpstr>Abstract:</vt:lpstr>
      <vt:lpstr>GIT Based Website creation</vt:lpstr>
      <vt:lpstr>Order of Topics</vt:lpstr>
      <vt:lpstr>Technical Architecture (The tools used) </vt:lpstr>
      <vt:lpstr>Technical Architecture (The tools used) </vt:lpstr>
      <vt:lpstr>Technical Architecture (The tools used)</vt:lpstr>
      <vt:lpstr>Biggest Challenge &amp; Solution (The "Embedded" issue) </vt:lpstr>
      <vt:lpstr>Live Demonstration (Showing it works) </vt:lpstr>
      <vt:lpstr>Review &amp; Future Scope (Conclusion) </vt:lpstr>
      <vt:lpstr>Review &amp; Future Scope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Walsh</dc:creator>
  <cp:lastModifiedBy>James Walsh</cp:lastModifiedBy>
  <cp:revision>5</cp:revision>
  <dcterms:created xsi:type="dcterms:W3CDTF">2025-11-09T21:32:57Z</dcterms:created>
  <dcterms:modified xsi:type="dcterms:W3CDTF">2025-11-11T16:21:47Z</dcterms:modified>
</cp:coreProperties>
</file>